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SNR-Conditioned Reconstruction of Sentinel-2 Ship Imagery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Update: Evaluating Noise-Level Conditioning for Ship-Preserving Image Reconstruction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under investigation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knowing the noise level help?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given the noise level of an image, does it restore it more accurately than a model without this information?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468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comparing color bands help?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91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images have 12 color channels. Does allowing the model to cross-reference them improve results?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468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protecting ships specifically help?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91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training rewards the model for accuracy on ships, does this come at the cost of overall image quality?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13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corresponds to a hypothesis (H1, H2, H3) fixed in the project protocol before training began.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were pre-registered to prevent post-hoc redefinition of success criteria.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update addresses Research Question 1. Questions 2 and 3 are addressed in the next phase (see Plan From Here).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real ships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9232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real Sentinel-2 satellite scenes, independently verified against published ship counts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901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359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noise added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99232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measured, repeatable amount of noise is added at 9 strength levels, from severe to minimal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01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59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Kaggle GPUs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99232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trained to remove the added noise while preserving ship shapes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0" y="17373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1901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359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measurement verified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999232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code was checked against hand-derived analytic cases before any result was used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17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910328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provenance, the noise model, and the evaluation code were independently verified before any result was used.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correctness was checked against hand-derived analytic cases rather than assumed from a single run.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in this update reflect model behavior, not measurement error.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Full-scene reconstruction: Southampton, UK (fold 3)</a:t>
            </a:r>
            <a:endParaRPr lang="en-US" sz="2600" dirty="0"/>
          </a:p>
        </p:txBody>
      </p:sp>
      <p:pic>
        <p:nvPicPr>
          <p:cNvPr id="4" name="Image 0" descr="..\partial_results\07_full_tile_fold3_southamp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83080"/>
            <a:ext cx="10607040" cy="19219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8695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scene excluded from training for fold 3. Left to right: original image, degraded input (5 dB), reconstruction (5 dB), degraded input (30 dB), reconstruction (30 dB).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3328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direct visual evidence in addition to the quantitative comparison.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is excluded from fold 3 training and evaluated only at test time.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dB represents a stress-test noise level; 30 dB represents a near-nominal sensor noise level.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Full-scene reconstruction: Brest, France (fold 0)</a:t>
            </a:r>
            <a:endParaRPr lang="en-US" sz="2600" dirty="0"/>
          </a:p>
        </p:txBody>
      </p:sp>
      <p:pic>
        <p:nvPicPr>
          <p:cNvPr id="4" name="Image 0" descr="..\partial_results\07_full_tile_fold0_bres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83080"/>
            <a:ext cx="10607040" cy="19219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8695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scene excluded from training for fold 0. Left to right: original image, degraded input (5 dB), reconstruction (5 dB), degraded input (30 dB), reconstruction (30 dB).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3328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region and fold, held out from fold 0 training.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and harbor structures are preserved under both noise levels tested.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result shown for fold 3.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Full-scene reconstruction: Rotterdam, Netherlands (fold 1)</a:t>
            </a:r>
            <a:endParaRPr lang="en-US" sz="2600" dirty="0"/>
          </a:p>
        </p:txBody>
      </p:sp>
      <p:pic>
        <p:nvPicPr>
          <p:cNvPr id="4" name="Image 0" descr="..\partial_results\07_full_tile_fold1_rotterd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83080"/>
            <a:ext cx="10607040" cy="19219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8695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scene excluded from training for fold 1. Left to right: original image, degraded input (5 dB), reconstruction (5 dB), degraded input (30 dB), reconstruction (30 dB).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3328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ship-pixel density among the four scenes shown.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port infrastructure is preserved at both noise levels tested.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region and fold, held out from fold 1 training.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CROSS-FOLD CONSISTENCY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results across four independent regions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shown was excluded from training for its corresponding fold and evaluated only at test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70632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Brest, France  —  fold 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355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Rotterdam, Netherlands  —  fold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0142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Toulon, France  —  fold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745736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6725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Southampton, UK  —  fold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4184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generalization across four independent geographic regions.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shown was also scored numerically as part of the quantitative evaluation.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regions rule out a single favorable scene as the explanation for the result.</a:t>
            </a:r>
            <a:endParaRPr lang="en-US" sz="1100" dirty="0"/>
          </a:p>
        </p:txBody>
      </p:sp>
      <p:pic>
        <p:nvPicPr>
          <p:cNvPr id="15" name="Image 0" descr="..\partial_results\08_one_ship_per_f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94360"/>
            <a:ext cx="4178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SHIP-LEVEL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recovery at ship scale</a:t>
            </a:r>
            <a:endParaRPr lang="en-US" sz="2600" dirty="0"/>
          </a:p>
        </p:txBody>
      </p:sp>
      <p:pic>
        <p:nvPicPr>
          <p:cNvPr id="4" name="Image 0" descr="..\partial_results\02_ship_close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142" y="1417320"/>
            <a:ext cx="4436669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occupy only a few pixels. At the most severe noise level tested (5 dB), shape, position, and color are recovered accurately.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91616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ship preservation specifically, not only overall image quality.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baseline against which ship-weighted training (Research Question 3) will be compared.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 known limitation of whole-image metrics, which can remain high while small objects degrade.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noise-level information vs. without</a:t>
            </a:r>
            <a:endParaRPr lang="en-US" sz="2600" dirty="0"/>
          </a:p>
        </p:txBody>
      </p:sp>
      <p:pic>
        <p:nvPicPr>
          <p:cNvPr id="4" name="Image 0" descr="..\partial_results\03_psnr_vs_sn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1508760"/>
            <a:ext cx="8138160" cy="30896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70814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reconstruction quality for both models across noise levels. Right: the difference between them.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19277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48538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primary quantitative test of Research Question 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metric, test noise, and evaluation procedure for every run, fixed in the protocol prior to training.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panel isolates the conditioning effect from factors shared by both models.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of the advantage across folds</a:t>
            </a:r>
            <a:endParaRPr lang="en-US" sz="2600" dirty="0"/>
          </a:p>
        </p:txBody>
      </p:sp>
      <p:pic>
        <p:nvPicPr>
          <p:cNvPr id="4" name="Image 0" descr="..\partial_results\04_fold_consis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1508760"/>
            <a:ext cx="8138160" cy="3327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94561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represents one of the 4 independent data splits.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43025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2285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the result is consistent across independent data splits.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uses non-overlapping test tiles, ruling out a single tile as the explanation.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cluster-robust confidence intervals reported on the following slide.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of the Research Question 1 result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exact Wilcoxon signed-rank test, Holm-corrected across all 9 noise levels, cluster-robust 95% intervals (clusters = tiles sharing a scene), fixed in the protocol before training.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levels show a statistically significant advantage, after correcting for testing 9 levels at once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920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697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agree in direction at the most severe noise level (0 dB)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920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697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completed per fold to date; additional seeds are in progress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881360" cy="25146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(dB)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conditioning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(blind)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close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close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close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measurements are recorded in the project results database; the test definition is fixed in the evaluation protocol.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evaluation pipeline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938528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23960" y="17830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35000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model, all 4 folds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505456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23960" y="23500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91693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baseline, all 4 folds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49640" y="3072384"/>
            <a:ext cx="164592" cy="16459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23960" y="29169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48386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baseline (FFDNet)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49640" y="3639312"/>
            <a:ext cx="164592" cy="164592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23960" y="34838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limitation documented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5079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statistical result (RQ1)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49640" y="4206240"/>
            <a:ext cx="164592" cy="164592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23960" y="4050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preliminary (1 seed)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6177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seeds for full rigor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49640" y="4773168"/>
            <a:ext cx="164592" cy="164592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23960" y="4617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184648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1846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Cross-band attention test (RQ2)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549640" y="5340096"/>
            <a:ext cx="164592" cy="164592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823960" y="51846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751576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FAFCFD"/>
          </a:solidFill>
          <a:ln w="9525">
            <a:solidFill>
              <a:srgbClr val="E7EE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75157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Ship-focused training test (RQ3)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549640" y="5907024"/>
            <a:ext cx="164592" cy="164592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23960" y="57515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8745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additional training runs (2 more seeds per fold) to finalize the preliminary result.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9718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remaining two hypotheses: cross-band attention and ship-focused training, each with its own comparison.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40690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one to two additional published methods to broaden the baseline comparison.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5166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remaining runs across the team using the established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Noise-level conditioning provides a measurable advantage, confirmed across all 4 data splits, with the strongest effect at the most severe noise levels.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2026-10-01T13:05:25Z</dcterms:created>
  <dcterms:modified xsi:type="dcterms:W3CDTF">2026-10-01T13:05:25Z</dcterms:modified>
</cp:coreProperties>
</file>